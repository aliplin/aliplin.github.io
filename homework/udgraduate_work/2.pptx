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60" r:id="rId4"/>
    <p:sldId id="320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6" Type="http://schemas.openxmlformats.org/officeDocument/2006/relationships/tableStyles" Target="tableStyles.xml"/><Relationship Id="rId65" Type="http://schemas.openxmlformats.org/officeDocument/2006/relationships/viewProps" Target="viewProps.xml"/><Relationship Id="rId64" Type="http://schemas.openxmlformats.org/officeDocument/2006/relationships/presProps" Target="presProps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image" Target="../media/image1.jpeg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image" Target="../media/image1.jpeg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59.xml"/><Relationship Id="rId8" Type="http://schemas.openxmlformats.org/officeDocument/2006/relationships/tags" Target="../tags/tag58.xml"/><Relationship Id="rId7" Type="http://schemas.openxmlformats.org/officeDocument/2006/relationships/tags" Target="../tags/tag57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image" Target="../media/image1.jpeg"/><Relationship Id="rId2" Type="http://schemas.openxmlformats.org/officeDocument/2006/relationships/tags" Target="../tags/tag53.xml"/><Relationship Id="rId12" Type="http://schemas.openxmlformats.org/officeDocument/2006/relationships/tags" Target="../tags/tag62.xml"/><Relationship Id="rId11" Type="http://schemas.openxmlformats.org/officeDocument/2006/relationships/tags" Target="../tags/tag61.xml"/><Relationship Id="rId10" Type="http://schemas.openxmlformats.org/officeDocument/2006/relationships/tags" Target="../tags/tag60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4" descr="VCG211310006599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6095"/>
          </a:xfrm>
          <a:prstGeom prst="rect">
            <a:avLst/>
          </a:prstGeom>
        </p:spPr>
      </p:pic>
      <p:cxnSp>
        <p:nvCxnSpPr>
          <p:cNvPr id="8" name="直接连接符 5"/>
          <p:cNvCxnSpPr/>
          <p:nvPr userDrawn="1">
            <p:custDataLst>
              <p:tags r:id="rId4"/>
            </p:custDataLst>
          </p:nvPr>
        </p:nvCxnSpPr>
        <p:spPr>
          <a:xfrm rot="5400000" flipH="1" flipV="1">
            <a:off x="-379095" y="3653790"/>
            <a:ext cx="4876165" cy="0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accent1"/>
                </a:gs>
              </a:gsLst>
              <a:lin ang="420000" scaled="1"/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6"/>
          <p:cNvSpPr/>
          <p:nvPr userDrawn="1">
            <p:custDataLst>
              <p:tags r:id="rId5"/>
            </p:custDataLst>
          </p:nvPr>
        </p:nvSpPr>
        <p:spPr>
          <a:xfrm flipH="1" flipV="1">
            <a:off x="2015490" y="1136015"/>
            <a:ext cx="88265" cy="800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汉仪大宋简" panose="02010600000101010101" charset="-122"/>
            </a:endParaRPr>
          </a:p>
        </p:txBody>
      </p:sp>
      <p:cxnSp>
        <p:nvCxnSpPr>
          <p:cNvPr id="20" name="直接连接符 19"/>
          <p:cNvCxnSpPr/>
          <p:nvPr userDrawn="1">
            <p:custDataLst>
              <p:tags r:id="rId6"/>
            </p:custDataLst>
          </p:nvPr>
        </p:nvCxnSpPr>
        <p:spPr>
          <a:xfrm rot="5400000" flipH="1" flipV="1">
            <a:off x="-1128395" y="4187190"/>
            <a:ext cx="4876165" cy="0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accent1"/>
                </a:gs>
              </a:gsLst>
              <a:lin ang="420000" scaled="1"/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/>
          <p:cNvSpPr/>
          <p:nvPr userDrawn="1">
            <p:custDataLst>
              <p:tags r:id="rId7"/>
            </p:custDataLst>
          </p:nvPr>
        </p:nvSpPr>
        <p:spPr>
          <a:xfrm flipH="1" flipV="1">
            <a:off x="1266190" y="1669415"/>
            <a:ext cx="88265" cy="800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汉仪大宋简" panose="02010600000101010101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8"/>
            </p:custDataLst>
          </p:nvPr>
        </p:nvSpPr>
        <p:spPr>
          <a:xfrm>
            <a:off x="838200" y="2892425"/>
            <a:ext cx="10515600" cy="1145540"/>
          </a:xfrm>
        </p:spPr>
        <p:txBody>
          <a:bodyPr wrap="square" anchor="t" anchorCtr="0">
            <a:normAutofit/>
          </a:bodyPr>
          <a:lstStyle>
            <a:lvl1pPr algn="ctr">
              <a:lnSpc>
                <a:spcPct val="100000"/>
              </a:lnSpc>
              <a:defRPr sz="6000">
                <a:gradFill>
                  <a:gsLst>
                    <a:gs pos="0">
                      <a:srgbClr val="FFFFFF"/>
                    </a:gs>
                    <a:gs pos="100000">
                      <a:schemeClr val="accent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"/>
          <p:cNvSpPr>
            <a:spLocks noGrp="1"/>
          </p:cNvSpPr>
          <p:nvPr>
            <p:ph type="subTitle" idx="1" hasCustomPrompt="1"/>
            <p:custDataLst>
              <p:tags r:id="rId9"/>
            </p:custDataLst>
          </p:nvPr>
        </p:nvSpPr>
        <p:spPr>
          <a:xfrm>
            <a:off x="838200" y="1788795"/>
            <a:ext cx="10515600" cy="871220"/>
          </a:xfrm>
        </p:spPr>
        <p:txBody>
          <a:bodyPr wrap="square" anchor="b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44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日期时间</a:t>
            </a:r>
            <a:endParaRPr lang="zh-CN" altLang="en-US" dirty="0"/>
          </a:p>
        </p:txBody>
      </p:sp>
      <p:sp>
        <p:nvSpPr>
          <p:cNvPr id="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4656000" y="4271010"/>
            <a:ext cx="2880000" cy="54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VCG21131000659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6095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 userDrawn="1">
            <p:ph type="title" hasCustomPrompt="1"/>
            <p:custDataLst>
              <p:tags r:id="rId4"/>
            </p:custDataLst>
          </p:nvPr>
        </p:nvSpPr>
        <p:spPr>
          <a:xfrm>
            <a:off x="5132387" y="811262"/>
            <a:ext cx="1977755" cy="1081088"/>
          </a:xfrm>
        </p:spPr>
        <p:txBody>
          <a:bodyPr wrap="square" anchor="b">
            <a:normAutofit/>
          </a:bodyPr>
          <a:lstStyle>
            <a:lvl1pPr algn="ctr">
              <a:defRPr kumimoji="0" lang="zh-CN" altLang="en-US" sz="6000" b="1" i="0" u="none" strike="noStrike" kern="1200" cap="none" spc="0" normalizeH="0" baseline="0" noProof="1" dirty="0">
                <a:gradFill>
                  <a:gsLst>
                    <a:gs pos="0">
                      <a:srgbClr val="FFFFFF"/>
                    </a:gs>
                    <a:gs pos="100000">
                      <a:schemeClr val="accent1"/>
                    </a:gs>
                  </a:gsLst>
                  <a:lin ang="5400000" scaled="0"/>
                </a:gradFill>
                <a:latin typeface="+mj-lt"/>
                <a:ea typeface="+mj-ea"/>
                <a:cs typeface="+mn-ea"/>
                <a:sym typeface="+mn-lt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 userDrawn="1"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 userDrawn="1"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 userDrawn="1"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4" descr="VCG21131000659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11745" t="2102" r="11583" b="22138"/>
          <a:stretch>
            <a:fillRect/>
          </a:stretch>
        </p:blipFill>
        <p:spPr>
          <a:xfrm>
            <a:off x="635" y="0"/>
            <a:ext cx="12191365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91908" y="3089910"/>
            <a:ext cx="9608185" cy="10160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5400" b="1">
                <a:gradFill>
                  <a:gsLst>
                    <a:gs pos="0">
                      <a:srgbClr val="FFFFFF"/>
                    </a:gs>
                    <a:gs pos="100000">
                      <a:schemeClr val="accent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3" name="文本占位符 6"/>
          <p:cNvSpPr>
            <a:spLocks noGrp="1"/>
          </p:cNvSpPr>
          <p:nvPr>
            <p:ph type="body" idx="13" hasCustomPrompt="1"/>
            <p:custDataLst>
              <p:tags r:id="rId5"/>
            </p:custDataLst>
          </p:nvPr>
        </p:nvSpPr>
        <p:spPr>
          <a:xfrm>
            <a:off x="1291909" y="1657350"/>
            <a:ext cx="9608502" cy="1341120"/>
          </a:xfrm>
        </p:spPr>
        <p:txBody>
          <a:bodyPr wrap="none" anchor="b" anchorCtr="0"/>
          <a:lstStyle>
            <a:lvl1pPr marL="0" indent="0" algn="ctr">
              <a:buNone/>
              <a:defRPr sz="6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4" name="副标题 9"/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1292225" y="4204970"/>
            <a:ext cx="9608185" cy="645795"/>
          </a:xfrm>
        </p:spPr>
        <p:txBody>
          <a:bodyPr wrap="square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3" hasCustomPrompt="1"/>
            <p:custDataLst>
              <p:tags r:id="rId5"/>
            </p:custDataLst>
          </p:nvPr>
        </p:nvSpPr>
        <p:spPr>
          <a:xfrm>
            <a:off x="695960" y="1301750"/>
            <a:ext cx="10799088" cy="405553"/>
          </a:xfrm>
        </p:spPr>
        <p:txBody>
          <a:bodyPr/>
          <a:lstStyle>
            <a:lvl5pPr>
              <a:buNone/>
              <a:defRPr/>
            </a:lvl5pPr>
          </a:lstStyle>
          <a:p>
            <a:pPr lvl="0"/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7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 descr="VCG211310006599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6095"/>
          </a:xfrm>
          <a:prstGeom prst="rect">
            <a:avLst/>
          </a:prstGeom>
        </p:spPr>
      </p:pic>
      <p:cxnSp>
        <p:nvCxnSpPr>
          <p:cNvPr id="6" name="直接连接符 5"/>
          <p:cNvCxnSpPr/>
          <p:nvPr userDrawn="1">
            <p:custDataLst>
              <p:tags r:id="rId4"/>
            </p:custDataLst>
          </p:nvPr>
        </p:nvCxnSpPr>
        <p:spPr>
          <a:xfrm rot="5400000" flipH="1" flipV="1">
            <a:off x="-379095" y="3653790"/>
            <a:ext cx="4876165" cy="0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accent1"/>
                </a:gs>
              </a:gsLst>
              <a:lin ang="420000" scaled="1"/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/>
          <p:cNvSpPr/>
          <p:nvPr userDrawn="1">
            <p:custDataLst>
              <p:tags r:id="rId5"/>
            </p:custDataLst>
          </p:nvPr>
        </p:nvSpPr>
        <p:spPr>
          <a:xfrm flipH="1" flipV="1">
            <a:off x="2015490" y="1136015"/>
            <a:ext cx="88265" cy="800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汉仪大宋简" panose="02010600000101010101" charset="-122"/>
            </a:endParaRPr>
          </a:p>
        </p:txBody>
      </p:sp>
      <p:cxnSp>
        <p:nvCxnSpPr>
          <p:cNvPr id="17" name="直接连接符 16"/>
          <p:cNvCxnSpPr/>
          <p:nvPr userDrawn="1">
            <p:custDataLst>
              <p:tags r:id="rId6"/>
            </p:custDataLst>
          </p:nvPr>
        </p:nvCxnSpPr>
        <p:spPr>
          <a:xfrm rot="5400000" flipH="1" flipV="1">
            <a:off x="7391400" y="3008630"/>
            <a:ext cx="4876165" cy="0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accent1"/>
                </a:gs>
              </a:gsLst>
              <a:lin ang="420000" scaled="1"/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椭圆 17"/>
          <p:cNvSpPr/>
          <p:nvPr userDrawn="1">
            <p:custDataLst>
              <p:tags r:id="rId7"/>
            </p:custDataLst>
          </p:nvPr>
        </p:nvSpPr>
        <p:spPr>
          <a:xfrm flipH="1" flipV="1">
            <a:off x="9785985" y="490855"/>
            <a:ext cx="88265" cy="800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汉仪大宋简" panose="02010600000101010101" charset="-122"/>
            </a:endParaRPr>
          </a:p>
        </p:txBody>
      </p:sp>
      <p:cxnSp>
        <p:nvCxnSpPr>
          <p:cNvPr id="20" name="直接连接符 19"/>
          <p:cNvCxnSpPr/>
          <p:nvPr userDrawn="1">
            <p:custDataLst>
              <p:tags r:id="rId8"/>
            </p:custDataLst>
          </p:nvPr>
        </p:nvCxnSpPr>
        <p:spPr>
          <a:xfrm rot="5400000" flipH="1" flipV="1">
            <a:off x="-1128395" y="4187190"/>
            <a:ext cx="4876165" cy="0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accent1"/>
                </a:gs>
              </a:gsLst>
              <a:lin ang="420000" scaled="1"/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/>
          <p:cNvSpPr/>
          <p:nvPr userDrawn="1">
            <p:custDataLst>
              <p:tags r:id="rId9"/>
            </p:custDataLst>
          </p:nvPr>
        </p:nvSpPr>
        <p:spPr>
          <a:xfrm flipH="1" flipV="1">
            <a:off x="1266190" y="1669415"/>
            <a:ext cx="88265" cy="800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汉仪大宋简" panose="02010600000101010101" charset="-122"/>
            </a:endParaRPr>
          </a:p>
        </p:txBody>
      </p:sp>
      <p:sp>
        <p:nvSpPr>
          <p:cNvPr id="2" name="标题 6"/>
          <p:cNvSpPr>
            <a:spLocks noGrp="1"/>
          </p:cNvSpPr>
          <p:nvPr>
            <p:ph type="ctrTitle" hasCustomPrompt="1"/>
            <p:custDataLst>
              <p:tags r:id="rId10"/>
            </p:custDataLst>
          </p:nvPr>
        </p:nvSpPr>
        <p:spPr>
          <a:xfrm>
            <a:off x="1346200" y="2592705"/>
            <a:ext cx="9439910" cy="1423035"/>
          </a:xfrm>
        </p:spPr>
        <p:txBody>
          <a:bodyPr wrap="square" anchor="t" anchorCtr="0">
            <a:normAutofit/>
          </a:bodyPr>
          <a:lstStyle>
            <a:lvl1pPr algn="ctr">
              <a:lnSpc>
                <a:spcPct val="100000"/>
              </a:lnSpc>
              <a:defRPr sz="6600">
                <a:gradFill>
                  <a:gsLst>
                    <a:gs pos="0">
                      <a:srgbClr val="FFFFFF"/>
                    </a:gs>
                    <a:gs pos="100000">
                      <a:schemeClr val="accent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3" name="日期"/>
          <p:cNvSpPr>
            <a:spLocks noGrp="1"/>
          </p:cNvSpPr>
          <p:nvPr>
            <p:ph type="subTitle" idx="1" hasCustomPrompt="1"/>
            <p:custDataLst>
              <p:tags r:id="rId11"/>
            </p:custDataLst>
          </p:nvPr>
        </p:nvSpPr>
        <p:spPr>
          <a:xfrm>
            <a:off x="1346200" y="1734185"/>
            <a:ext cx="9439910" cy="747395"/>
          </a:xfrm>
        </p:spPr>
        <p:txBody>
          <a:bodyPr wrap="square" anchor="b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40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日期时间</a:t>
            </a:r>
            <a:endParaRPr lang="zh-CN" altLang="en-US" dirty="0"/>
          </a:p>
        </p:txBody>
      </p:sp>
      <p:sp>
        <p:nvSpPr>
          <p:cNvPr id="4" name="署名占位符 10"/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4656000" y="4149180"/>
            <a:ext cx="2880000" cy="54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90000" tIns="46800" rIns="90000" bIns="4680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69.xml"/><Relationship Id="rId18" Type="http://schemas.openxmlformats.org/officeDocument/2006/relationships/tags" Target="../tags/tag68.xml"/><Relationship Id="rId17" Type="http://schemas.openxmlformats.org/officeDocument/2006/relationships/tags" Target="../tags/tag67.xml"/><Relationship Id="rId16" Type="http://schemas.openxmlformats.org/officeDocument/2006/relationships/tags" Target="../tags/tag66.xml"/><Relationship Id="rId15" Type="http://schemas.openxmlformats.org/officeDocument/2006/relationships/tags" Target="../tags/tag65.xml"/><Relationship Id="rId14" Type="http://schemas.openxmlformats.org/officeDocument/2006/relationships/tags" Target="../tags/tag64.xml"/><Relationship Id="rId13" Type="http://schemas.openxmlformats.org/officeDocument/2006/relationships/image" Target="../media/image2.jpeg"/><Relationship Id="rId12" Type="http://schemas.openxmlformats.org/officeDocument/2006/relationships/tags" Target="../tags/tag63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ags" Target="../tags/tag83.xml"/><Relationship Id="rId8" Type="http://schemas.openxmlformats.org/officeDocument/2006/relationships/tags" Target="../tags/tag82.xml"/><Relationship Id="rId7" Type="http://schemas.openxmlformats.org/officeDocument/2006/relationships/tags" Target="../tags/tag81.xml"/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image" Target="../media/image2.jpeg"/><Relationship Id="rId3" Type="http://schemas.openxmlformats.org/officeDocument/2006/relationships/tags" Target="../tags/tag78.xml"/><Relationship Id="rId2" Type="http://schemas.openxmlformats.org/officeDocument/2006/relationships/slideLayout" Target="../slideLayouts/slideLayout13.xml"/><Relationship Id="rId11" Type="http://schemas.openxmlformats.org/officeDocument/2006/relationships/theme" Target="../theme/theme2.xml"/><Relationship Id="rId10" Type="http://schemas.openxmlformats.org/officeDocument/2006/relationships/tags" Target="../tags/tag84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0VCG211310006599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>
            <a:alphaModFix amt="15000"/>
          </a:blip>
          <a:stretch>
            <a:fillRect/>
          </a:stretch>
        </p:blipFill>
        <p:spPr>
          <a:xfrm>
            <a:off x="0" y="0"/>
            <a:ext cx="12192000" cy="6856095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4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u="none" kern="1200" spc="0">
          <a:solidFill>
            <a:schemeClr val="tx1"/>
          </a:solidFill>
          <a:effectLst/>
          <a:uFill>
            <a:solidFill>
              <a:prstClr val="black"/>
            </a:solidFill>
          </a:uFill>
          <a:latin typeface="+mj-lt"/>
          <a:ea typeface="+mj-ea"/>
          <a:cs typeface="+mj-cs"/>
        </a:defRPr>
      </a:lvl1pPr>
    </p:titleStyle>
    <p:bodyStyle>
      <a:lvl1pPr marL="228600" indent="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0VCG211310006599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6095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5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7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u="none" kern="1200" spc="0">
          <a:solidFill>
            <a:schemeClr val="tx1"/>
          </a:solidFill>
          <a:effectLst/>
          <a:uFill>
            <a:solidFill>
              <a:prstClr val="black"/>
            </a:solidFill>
          </a:uFill>
          <a:latin typeface="+mj-lt"/>
          <a:ea typeface="+mj-ea"/>
          <a:cs typeface="+mj-cs"/>
        </a:defRPr>
      </a:lvl1pPr>
    </p:titleStyle>
    <p:bodyStyle>
      <a:lvl1pPr marL="228600" indent="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tags" Target="../tags/tag90.xml"/><Relationship Id="rId4" Type="http://schemas.openxmlformats.org/officeDocument/2006/relationships/image" Target="../media/image3.png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3.xml"/><Relationship Id="rId3" Type="http://schemas.openxmlformats.org/officeDocument/2006/relationships/image" Target="../media/image4.png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6.xml"/><Relationship Id="rId3" Type="http://schemas.openxmlformats.org/officeDocument/2006/relationships/image" Target="../media/image5.png"/><Relationship Id="rId2" Type="http://schemas.openxmlformats.org/officeDocument/2006/relationships/tags" Target="../tags/tag95.xml"/><Relationship Id="rId1" Type="http://schemas.openxmlformats.org/officeDocument/2006/relationships/tags" Target="../tags/tag94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9.xml"/><Relationship Id="rId3" Type="http://schemas.openxmlformats.org/officeDocument/2006/relationships/image" Target="../media/image6.png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2.xml"/><Relationship Id="rId3" Type="http://schemas.openxmlformats.org/officeDocument/2006/relationships/image" Target="../media/image7.png"/><Relationship Id="rId2" Type="http://schemas.openxmlformats.org/officeDocument/2006/relationships/tags" Target="../tags/tag101.xml"/><Relationship Id="rId1" Type="http://schemas.openxmlformats.org/officeDocument/2006/relationships/tags" Target="../tags/tag100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5.xml"/><Relationship Id="rId3" Type="http://schemas.openxmlformats.org/officeDocument/2006/relationships/image" Target="../media/image8.png"/><Relationship Id="rId2" Type="http://schemas.openxmlformats.org/officeDocument/2006/relationships/tags" Target="../tags/tag104.xml"/><Relationship Id="rId1" Type="http://schemas.openxmlformats.org/officeDocument/2006/relationships/tags" Target="../tags/tag103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8.xml"/><Relationship Id="rId3" Type="http://schemas.openxmlformats.org/officeDocument/2006/relationships/image" Target="../media/image9.png"/><Relationship Id="rId2" Type="http://schemas.openxmlformats.org/officeDocument/2006/relationships/tags" Target="../tags/tag107.xml"/><Relationship Id="rId1" Type="http://schemas.openxmlformats.org/officeDocument/2006/relationships/tags" Target="../tags/tag106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1.xml"/><Relationship Id="rId3" Type="http://schemas.openxmlformats.org/officeDocument/2006/relationships/image" Target="../media/image10.png"/><Relationship Id="rId2" Type="http://schemas.openxmlformats.org/officeDocument/2006/relationships/tags" Target="../tags/tag110.xml"/><Relationship Id="rId1" Type="http://schemas.openxmlformats.org/officeDocument/2006/relationships/tags" Target="../tags/tag109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4.xml"/><Relationship Id="rId3" Type="http://schemas.openxmlformats.org/officeDocument/2006/relationships/image" Target="../media/image11.png"/><Relationship Id="rId2" Type="http://schemas.openxmlformats.org/officeDocument/2006/relationships/tags" Target="../tags/tag113.xml"/><Relationship Id="rId1" Type="http://schemas.openxmlformats.org/officeDocument/2006/relationships/tags" Target="../tags/tag112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7.xml"/><Relationship Id="rId3" Type="http://schemas.openxmlformats.org/officeDocument/2006/relationships/image" Target="../media/image12.png"/><Relationship Id="rId2" Type="http://schemas.openxmlformats.org/officeDocument/2006/relationships/tags" Target="../tags/tag116.xml"/><Relationship Id="rId1" Type="http://schemas.openxmlformats.org/officeDocument/2006/relationships/tags" Target="../tags/tag115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0.xml"/><Relationship Id="rId3" Type="http://schemas.openxmlformats.org/officeDocument/2006/relationships/image" Target="../media/image13.png"/><Relationship Id="rId2" Type="http://schemas.openxmlformats.org/officeDocument/2006/relationships/tags" Target="../tags/tag119.xml"/><Relationship Id="rId1" Type="http://schemas.openxmlformats.org/officeDocument/2006/relationships/tags" Target="../tags/tag118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3.xml"/><Relationship Id="rId3" Type="http://schemas.openxmlformats.org/officeDocument/2006/relationships/image" Target="../media/image14.png"/><Relationship Id="rId2" Type="http://schemas.openxmlformats.org/officeDocument/2006/relationships/tags" Target="../tags/tag122.xml"/><Relationship Id="rId1" Type="http://schemas.openxmlformats.org/officeDocument/2006/relationships/tags" Target="../tags/tag121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6.xml"/><Relationship Id="rId3" Type="http://schemas.openxmlformats.org/officeDocument/2006/relationships/image" Target="../media/image15.png"/><Relationship Id="rId2" Type="http://schemas.openxmlformats.org/officeDocument/2006/relationships/tags" Target="../tags/tag125.xml"/><Relationship Id="rId1" Type="http://schemas.openxmlformats.org/officeDocument/2006/relationships/tags" Target="../tags/tag124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9.xml"/><Relationship Id="rId3" Type="http://schemas.openxmlformats.org/officeDocument/2006/relationships/image" Target="../media/image16.png"/><Relationship Id="rId2" Type="http://schemas.openxmlformats.org/officeDocument/2006/relationships/tags" Target="../tags/tag128.xml"/><Relationship Id="rId1" Type="http://schemas.openxmlformats.org/officeDocument/2006/relationships/tags" Target="../tags/tag127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2.xml"/><Relationship Id="rId3" Type="http://schemas.openxmlformats.org/officeDocument/2006/relationships/image" Target="../media/image17.png"/><Relationship Id="rId2" Type="http://schemas.openxmlformats.org/officeDocument/2006/relationships/tags" Target="../tags/tag131.xml"/><Relationship Id="rId1" Type="http://schemas.openxmlformats.org/officeDocument/2006/relationships/tags" Target="../tags/tag130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5.xml"/><Relationship Id="rId3" Type="http://schemas.openxmlformats.org/officeDocument/2006/relationships/image" Target="../media/image18.png"/><Relationship Id="rId2" Type="http://schemas.openxmlformats.org/officeDocument/2006/relationships/tags" Target="../tags/tag134.xml"/><Relationship Id="rId1" Type="http://schemas.openxmlformats.org/officeDocument/2006/relationships/tags" Target="../tags/tag133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8.xml"/><Relationship Id="rId3" Type="http://schemas.openxmlformats.org/officeDocument/2006/relationships/image" Target="../media/image19.png"/><Relationship Id="rId2" Type="http://schemas.openxmlformats.org/officeDocument/2006/relationships/tags" Target="../tags/tag137.xml"/><Relationship Id="rId1" Type="http://schemas.openxmlformats.org/officeDocument/2006/relationships/tags" Target="../tags/tag136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1.xml"/><Relationship Id="rId3" Type="http://schemas.openxmlformats.org/officeDocument/2006/relationships/image" Target="../media/image20.png"/><Relationship Id="rId2" Type="http://schemas.openxmlformats.org/officeDocument/2006/relationships/tags" Target="../tags/tag140.xml"/><Relationship Id="rId1" Type="http://schemas.openxmlformats.org/officeDocument/2006/relationships/tags" Target="../tags/tag139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4.xml"/><Relationship Id="rId3" Type="http://schemas.openxmlformats.org/officeDocument/2006/relationships/image" Target="../media/image21.png"/><Relationship Id="rId2" Type="http://schemas.openxmlformats.org/officeDocument/2006/relationships/tags" Target="../tags/tag143.xml"/><Relationship Id="rId1" Type="http://schemas.openxmlformats.org/officeDocument/2006/relationships/tags" Target="../tags/tag142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7.xml"/><Relationship Id="rId3" Type="http://schemas.openxmlformats.org/officeDocument/2006/relationships/image" Target="../media/image22.png"/><Relationship Id="rId2" Type="http://schemas.openxmlformats.org/officeDocument/2006/relationships/tags" Target="../tags/tag146.xml"/><Relationship Id="rId1" Type="http://schemas.openxmlformats.org/officeDocument/2006/relationships/tags" Target="../tags/tag145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50.xml"/><Relationship Id="rId3" Type="http://schemas.openxmlformats.org/officeDocument/2006/relationships/image" Target="../media/image23.png"/><Relationship Id="rId2" Type="http://schemas.openxmlformats.org/officeDocument/2006/relationships/tags" Target="../tags/tag149.xml"/><Relationship Id="rId1" Type="http://schemas.openxmlformats.org/officeDocument/2006/relationships/tags" Target="../tags/tag148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53.xml"/><Relationship Id="rId3" Type="http://schemas.openxmlformats.org/officeDocument/2006/relationships/image" Target="../media/image24.png"/><Relationship Id="rId2" Type="http://schemas.openxmlformats.org/officeDocument/2006/relationships/tags" Target="../tags/tag152.xml"/><Relationship Id="rId1" Type="http://schemas.openxmlformats.org/officeDocument/2006/relationships/tags" Target="../tags/tag151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56.xml"/><Relationship Id="rId3" Type="http://schemas.openxmlformats.org/officeDocument/2006/relationships/image" Target="../media/image25.png"/><Relationship Id="rId2" Type="http://schemas.openxmlformats.org/officeDocument/2006/relationships/tags" Target="../tags/tag155.xml"/><Relationship Id="rId1" Type="http://schemas.openxmlformats.org/officeDocument/2006/relationships/tags" Target="../tags/tag154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59.xml"/><Relationship Id="rId3" Type="http://schemas.openxmlformats.org/officeDocument/2006/relationships/image" Target="../media/image26.png"/><Relationship Id="rId2" Type="http://schemas.openxmlformats.org/officeDocument/2006/relationships/tags" Target="../tags/tag158.xml"/><Relationship Id="rId1" Type="http://schemas.openxmlformats.org/officeDocument/2006/relationships/tags" Target="../tags/tag157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62.xml"/><Relationship Id="rId3" Type="http://schemas.openxmlformats.org/officeDocument/2006/relationships/image" Target="../media/image27.png"/><Relationship Id="rId2" Type="http://schemas.openxmlformats.org/officeDocument/2006/relationships/tags" Target="../tags/tag161.xml"/><Relationship Id="rId1" Type="http://schemas.openxmlformats.org/officeDocument/2006/relationships/tags" Target="../tags/tag160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65.xml"/><Relationship Id="rId3" Type="http://schemas.openxmlformats.org/officeDocument/2006/relationships/image" Target="../media/image28.png"/><Relationship Id="rId2" Type="http://schemas.openxmlformats.org/officeDocument/2006/relationships/tags" Target="../tags/tag164.xml"/><Relationship Id="rId1" Type="http://schemas.openxmlformats.org/officeDocument/2006/relationships/tags" Target="../tags/tag163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68.xml"/><Relationship Id="rId3" Type="http://schemas.openxmlformats.org/officeDocument/2006/relationships/image" Target="../media/image29.png"/><Relationship Id="rId2" Type="http://schemas.openxmlformats.org/officeDocument/2006/relationships/tags" Target="../tags/tag167.xml"/><Relationship Id="rId1" Type="http://schemas.openxmlformats.org/officeDocument/2006/relationships/tags" Target="../tags/tag166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1.xml"/><Relationship Id="rId3" Type="http://schemas.openxmlformats.org/officeDocument/2006/relationships/image" Target="../media/image30.png"/><Relationship Id="rId2" Type="http://schemas.openxmlformats.org/officeDocument/2006/relationships/tags" Target="../tags/tag170.xml"/><Relationship Id="rId1" Type="http://schemas.openxmlformats.org/officeDocument/2006/relationships/tags" Target="../tags/tag169.xm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4.xml"/><Relationship Id="rId3" Type="http://schemas.openxmlformats.org/officeDocument/2006/relationships/image" Target="../media/image31.png"/><Relationship Id="rId2" Type="http://schemas.openxmlformats.org/officeDocument/2006/relationships/tags" Target="../tags/tag173.xml"/><Relationship Id="rId1" Type="http://schemas.openxmlformats.org/officeDocument/2006/relationships/tags" Target="../tags/tag172.xml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7.xml"/><Relationship Id="rId3" Type="http://schemas.openxmlformats.org/officeDocument/2006/relationships/image" Target="../media/image32.png"/><Relationship Id="rId2" Type="http://schemas.openxmlformats.org/officeDocument/2006/relationships/tags" Target="../tags/tag176.xml"/><Relationship Id="rId1" Type="http://schemas.openxmlformats.org/officeDocument/2006/relationships/tags" Target="../tags/tag175.xml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80.xml"/><Relationship Id="rId3" Type="http://schemas.openxmlformats.org/officeDocument/2006/relationships/image" Target="../media/image33.png"/><Relationship Id="rId2" Type="http://schemas.openxmlformats.org/officeDocument/2006/relationships/tags" Target="../tags/tag179.xml"/><Relationship Id="rId1" Type="http://schemas.openxmlformats.org/officeDocument/2006/relationships/tags" Target="../tags/tag178.xm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83.xml"/><Relationship Id="rId3" Type="http://schemas.openxmlformats.org/officeDocument/2006/relationships/image" Target="../media/image34.png"/><Relationship Id="rId2" Type="http://schemas.openxmlformats.org/officeDocument/2006/relationships/tags" Target="../tags/tag182.xml"/><Relationship Id="rId1" Type="http://schemas.openxmlformats.org/officeDocument/2006/relationships/tags" Target="../tags/tag181.xml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86.xml"/><Relationship Id="rId3" Type="http://schemas.openxmlformats.org/officeDocument/2006/relationships/image" Target="../media/image35.png"/><Relationship Id="rId2" Type="http://schemas.openxmlformats.org/officeDocument/2006/relationships/tags" Target="../tags/tag185.xml"/><Relationship Id="rId1" Type="http://schemas.openxmlformats.org/officeDocument/2006/relationships/tags" Target="../tags/tag184.xml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89.xml"/><Relationship Id="rId3" Type="http://schemas.openxmlformats.org/officeDocument/2006/relationships/image" Target="../media/image36.png"/><Relationship Id="rId2" Type="http://schemas.openxmlformats.org/officeDocument/2006/relationships/tags" Target="../tags/tag188.xml"/><Relationship Id="rId1" Type="http://schemas.openxmlformats.org/officeDocument/2006/relationships/tags" Target="../tags/tag187.xml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92.xml"/><Relationship Id="rId3" Type="http://schemas.openxmlformats.org/officeDocument/2006/relationships/image" Target="../media/image37.png"/><Relationship Id="rId2" Type="http://schemas.openxmlformats.org/officeDocument/2006/relationships/tags" Target="../tags/tag191.xml"/><Relationship Id="rId1" Type="http://schemas.openxmlformats.org/officeDocument/2006/relationships/tags" Target="../tags/tag190.xml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95.xml"/><Relationship Id="rId3" Type="http://schemas.openxmlformats.org/officeDocument/2006/relationships/image" Target="../media/image38.png"/><Relationship Id="rId2" Type="http://schemas.openxmlformats.org/officeDocument/2006/relationships/tags" Target="../tags/tag194.xml"/><Relationship Id="rId1" Type="http://schemas.openxmlformats.org/officeDocument/2006/relationships/tags" Target="../tags/tag193.xml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98.xml"/><Relationship Id="rId3" Type="http://schemas.openxmlformats.org/officeDocument/2006/relationships/image" Target="../media/image39.png"/><Relationship Id="rId2" Type="http://schemas.openxmlformats.org/officeDocument/2006/relationships/tags" Target="../tags/tag197.xml"/><Relationship Id="rId1" Type="http://schemas.openxmlformats.org/officeDocument/2006/relationships/tags" Target="../tags/tag196.xml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01.xml"/><Relationship Id="rId3" Type="http://schemas.openxmlformats.org/officeDocument/2006/relationships/image" Target="../media/image40.png"/><Relationship Id="rId2" Type="http://schemas.openxmlformats.org/officeDocument/2006/relationships/tags" Target="../tags/tag200.xml"/><Relationship Id="rId1" Type="http://schemas.openxmlformats.org/officeDocument/2006/relationships/tags" Target="../tags/tag199.xml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04.xml"/><Relationship Id="rId3" Type="http://schemas.openxmlformats.org/officeDocument/2006/relationships/image" Target="../media/image41.png"/><Relationship Id="rId2" Type="http://schemas.openxmlformats.org/officeDocument/2006/relationships/tags" Target="../tags/tag203.xml"/><Relationship Id="rId1" Type="http://schemas.openxmlformats.org/officeDocument/2006/relationships/tags" Target="../tags/tag202.xml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07.xml"/><Relationship Id="rId3" Type="http://schemas.openxmlformats.org/officeDocument/2006/relationships/image" Target="../media/image42.png"/><Relationship Id="rId2" Type="http://schemas.openxmlformats.org/officeDocument/2006/relationships/tags" Target="../tags/tag206.xml"/><Relationship Id="rId1" Type="http://schemas.openxmlformats.org/officeDocument/2006/relationships/tags" Target="../tags/tag205.xml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10.xml"/><Relationship Id="rId3" Type="http://schemas.openxmlformats.org/officeDocument/2006/relationships/image" Target="../media/image43.png"/><Relationship Id="rId2" Type="http://schemas.openxmlformats.org/officeDocument/2006/relationships/tags" Target="../tags/tag209.xml"/><Relationship Id="rId1" Type="http://schemas.openxmlformats.org/officeDocument/2006/relationships/tags" Target="../tags/tag208.xml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13.xml"/><Relationship Id="rId3" Type="http://schemas.openxmlformats.org/officeDocument/2006/relationships/image" Target="../media/image44.png"/><Relationship Id="rId2" Type="http://schemas.openxmlformats.org/officeDocument/2006/relationships/tags" Target="../tags/tag212.xml"/><Relationship Id="rId1" Type="http://schemas.openxmlformats.org/officeDocument/2006/relationships/tags" Target="../tags/tag211.xml"/></Relationships>
</file>

<file path=ppt/slides/_rels/slide4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16.xml"/><Relationship Id="rId3" Type="http://schemas.openxmlformats.org/officeDocument/2006/relationships/image" Target="../media/image45.png"/><Relationship Id="rId2" Type="http://schemas.openxmlformats.org/officeDocument/2006/relationships/tags" Target="../tags/tag215.xml"/><Relationship Id="rId1" Type="http://schemas.openxmlformats.org/officeDocument/2006/relationships/tags" Target="../tags/tag214.xml"/></Relationships>
</file>

<file path=ppt/slides/_rels/slide4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19.xml"/><Relationship Id="rId3" Type="http://schemas.openxmlformats.org/officeDocument/2006/relationships/image" Target="../media/image46.png"/><Relationship Id="rId2" Type="http://schemas.openxmlformats.org/officeDocument/2006/relationships/tags" Target="../tags/tag218.xml"/><Relationship Id="rId1" Type="http://schemas.openxmlformats.org/officeDocument/2006/relationships/tags" Target="../tags/tag217.xml"/></Relationships>
</file>

<file path=ppt/slides/_rels/slide4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22.xml"/><Relationship Id="rId3" Type="http://schemas.openxmlformats.org/officeDocument/2006/relationships/image" Target="../media/image47.png"/><Relationship Id="rId2" Type="http://schemas.openxmlformats.org/officeDocument/2006/relationships/tags" Target="../tags/tag221.xml"/><Relationship Id="rId1" Type="http://schemas.openxmlformats.org/officeDocument/2006/relationships/tags" Target="../tags/tag220.xml"/></Relationships>
</file>

<file path=ppt/slides/_rels/slide4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25.xml"/><Relationship Id="rId3" Type="http://schemas.openxmlformats.org/officeDocument/2006/relationships/image" Target="../media/image48.png"/><Relationship Id="rId2" Type="http://schemas.openxmlformats.org/officeDocument/2006/relationships/tags" Target="../tags/tag224.xml"/><Relationship Id="rId1" Type="http://schemas.openxmlformats.org/officeDocument/2006/relationships/tags" Target="../tags/tag223.xml"/></Relationships>
</file>

<file path=ppt/slides/_rels/slide4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28.xml"/><Relationship Id="rId3" Type="http://schemas.openxmlformats.org/officeDocument/2006/relationships/image" Target="../media/image49.png"/><Relationship Id="rId2" Type="http://schemas.openxmlformats.org/officeDocument/2006/relationships/tags" Target="../tags/tag227.xml"/><Relationship Id="rId1" Type="http://schemas.openxmlformats.org/officeDocument/2006/relationships/tags" Target="../tags/tag226.xml"/></Relationships>
</file>

<file path=ppt/slides/_rels/slide4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31.xml"/><Relationship Id="rId3" Type="http://schemas.openxmlformats.org/officeDocument/2006/relationships/image" Target="../media/image50.png"/><Relationship Id="rId2" Type="http://schemas.openxmlformats.org/officeDocument/2006/relationships/tags" Target="../tags/tag230.xml"/><Relationship Id="rId1" Type="http://schemas.openxmlformats.org/officeDocument/2006/relationships/tags" Target="../tags/tag229.xml"/></Relationships>
</file>

<file path=ppt/slides/_rels/slide5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34.xml"/><Relationship Id="rId3" Type="http://schemas.openxmlformats.org/officeDocument/2006/relationships/image" Target="../media/image51.png"/><Relationship Id="rId2" Type="http://schemas.openxmlformats.org/officeDocument/2006/relationships/tags" Target="../tags/tag233.xml"/><Relationship Id="rId1" Type="http://schemas.openxmlformats.org/officeDocument/2006/relationships/tags" Target="../tags/tag232.xml"/></Relationships>
</file>

<file path=ppt/slides/_rels/slide5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37.xml"/><Relationship Id="rId3" Type="http://schemas.openxmlformats.org/officeDocument/2006/relationships/image" Target="../media/image52.png"/><Relationship Id="rId2" Type="http://schemas.openxmlformats.org/officeDocument/2006/relationships/tags" Target="../tags/tag236.xml"/><Relationship Id="rId1" Type="http://schemas.openxmlformats.org/officeDocument/2006/relationships/tags" Target="../tags/tag235.xml"/></Relationships>
</file>

<file path=ppt/slides/_rels/slide5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40.xml"/><Relationship Id="rId3" Type="http://schemas.openxmlformats.org/officeDocument/2006/relationships/image" Target="../media/image53.png"/><Relationship Id="rId2" Type="http://schemas.openxmlformats.org/officeDocument/2006/relationships/tags" Target="../tags/tag239.xml"/><Relationship Id="rId1" Type="http://schemas.openxmlformats.org/officeDocument/2006/relationships/tags" Target="../tags/tag238.xml"/></Relationships>
</file>

<file path=ppt/slides/_rels/slide5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43.xml"/><Relationship Id="rId3" Type="http://schemas.openxmlformats.org/officeDocument/2006/relationships/image" Target="../media/image54.png"/><Relationship Id="rId2" Type="http://schemas.openxmlformats.org/officeDocument/2006/relationships/tags" Target="../tags/tag242.xml"/><Relationship Id="rId1" Type="http://schemas.openxmlformats.org/officeDocument/2006/relationships/tags" Target="../tags/tag241.xml"/></Relationships>
</file>

<file path=ppt/slides/_rels/slide5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46.xml"/><Relationship Id="rId3" Type="http://schemas.openxmlformats.org/officeDocument/2006/relationships/image" Target="../media/image55.png"/><Relationship Id="rId2" Type="http://schemas.openxmlformats.org/officeDocument/2006/relationships/tags" Target="../tags/tag245.xml"/><Relationship Id="rId1" Type="http://schemas.openxmlformats.org/officeDocument/2006/relationships/tags" Target="../tags/tag244.xml"/></Relationships>
</file>

<file path=ppt/slides/_rels/slide5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49.xml"/><Relationship Id="rId3" Type="http://schemas.openxmlformats.org/officeDocument/2006/relationships/image" Target="../media/image56.png"/><Relationship Id="rId2" Type="http://schemas.openxmlformats.org/officeDocument/2006/relationships/tags" Target="../tags/tag248.xml"/><Relationship Id="rId1" Type="http://schemas.openxmlformats.org/officeDocument/2006/relationships/tags" Target="../tags/tag247.xml"/></Relationships>
</file>

<file path=ppt/slides/_rels/slide5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52.xml"/><Relationship Id="rId3" Type="http://schemas.openxmlformats.org/officeDocument/2006/relationships/image" Target="../media/image57.png"/><Relationship Id="rId2" Type="http://schemas.openxmlformats.org/officeDocument/2006/relationships/tags" Target="../tags/tag251.xml"/><Relationship Id="rId1" Type="http://schemas.openxmlformats.org/officeDocument/2006/relationships/tags" Target="../tags/tag250.xml"/></Relationships>
</file>

<file path=ppt/slides/_rels/slide5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55.xml"/><Relationship Id="rId3" Type="http://schemas.openxmlformats.org/officeDocument/2006/relationships/image" Target="../media/image58.png"/><Relationship Id="rId2" Type="http://schemas.openxmlformats.org/officeDocument/2006/relationships/tags" Target="../tags/tag254.xml"/><Relationship Id="rId1" Type="http://schemas.openxmlformats.org/officeDocument/2006/relationships/tags" Target="../tags/tag253.xml"/></Relationships>
</file>

<file path=ppt/slides/_rels/slide5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58.xml"/><Relationship Id="rId3" Type="http://schemas.openxmlformats.org/officeDocument/2006/relationships/image" Target="../media/image59.png"/><Relationship Id="rId2" Type="http://schemas.openxmlformats.org/officeDocument/2006/relationships/tags" Target="../tags/tag257.xml"/><Relationship Id="rId1" Type="http://schemas.openxmlformats.org/officeDocument/2006/relationships/tags" Target="../tags/tag256.xml"/></Relationships>
</file>

<file path=ppt/slides/_rels/slide5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61.xml"/><Relationship Id="rId3" Type="http://schemas.openxmlformats.org/officeDocument/2006/relationships/image" Target="../media/image60.png"/><Relationship Id="rId2" Type="http://schemas.openxmlformats.org/officeDocument/2006/relationships/tags" Target="../tags/tag260.xml"/><Relationship Id="rId1" Type="http://schemas.openxmlformats.org/officeDocument/2006/relationships/tags" Target="../tags/tag259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263.xml"/><Relationship Id="rId1" Type="http://schemas.openxmlformats.org/officeDocument/2006/relationships/tags" Target="../tags/tag2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/>
              <a:t>SQL</a:t>
            </a:r>
            <a:r>
              <a:rPr lang="zh-CN" altLang="en-US"/>
              <a:t>注入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457155" y="15240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400" b="1" spc="180">
                <a:solidFill>
                  <a:schemeClr val="lt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主要内容</a:t>
            </a:r>
            <a:endParaRPr lang="zh-CN" altLang="en-US" sz="3400" b="1" spc="180">
              <a:solidFill>
                <a:schemeClr val="lt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 rotWithShape="1">
          <a:blip r:embed="rId4"/>
          <a:srcRect t="16063" b="16063"/>
          <a:stretch>
            <a:fillRect/>
          </a:stretch>
        </p:blipFill>
        <p:spPr>
          <a:xfrm>
            <a:off x="609443" y="1217034"/>
            <a:ext cx="10973028" cy="5031486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3680" h="6960">
                <a:moveTo>
                  <a:pt x="0" y="0"/>
                </a:moveTo>
                <a:lnTo>
                  <a:pt x="13680" y="0"/>
                </a:lnTo>
                <a:lnTo>
                  <a:pt x="13680" y="6960"/>
                </a:lnTo>
                <a:lnTo>
                  <a:pt x="0" y="6960"/>
                </a:lnTo>
                <a:lnTo>
                  <a:pt x="0" y="0"/>
                </a:lnTo>
                <a:close/>
              </a:path>
            </a:pathLst>
          </a:custGeom>
          <a:effectLst>
            <a:outerShdw blurRad="457200" dist="50800" dir="2700000" algn="tl" rotWithShape="0">
              <a:srgbClr val="000000">
                <a:alpha val="20000"/>
              </a:srgbClr>
            </a:outerShdw>
          </a:effectLst>
        </p:spPr>
      </p:pic>
    </p:spTree>
    <p:custDataLst>
      <p:tags r:id="rId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5" y="0"/>
            <a:ext cx="12192000" cy="68573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0"/>
            <a:ext cx="12192635" cy="68586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5" y="0"/>
            <a:ext cx="12192000" cy="68586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0"/>
            <a:ext cx="12192635" cy="68573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5" y="0"/>
            <a:ext cx="12191365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5" y="0"/>
            <a:ext cx="12191365" cy="68573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635"/>
            <a:ext cx="12192000" cy="68573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0"/>
            <a:ext cx="12192635" cy="68573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635"/>
            <a:ext cx="12191365" cy="68573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635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0"/>
            <a:ext cx="12192635" cy="68586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0"/>
            <a:ext cx="12275185" cy="68586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-635"/>
            <a:ext cx="12192000" cy="68586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635"/>
            <a:ext cx="12192635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635"/>
            <a:ext cx="12191365" cy="68573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0"/>
            <a:ext cx="12192635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0"/>
            <a:ext cx="1219327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635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-635"/>
            <a:ext cx="12192635" cy="685927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0"/>
            <a:ext cx="12192635" cy="68573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5" y="0"/>
            <a:ext cx="1219073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-635"/>
            <a:ext cx="12192635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-635"/>
            <a:ext cx="12192000" cy="685927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635"/>
            <a:ext cx="12192000" cy="68573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635"/>
            <a:ext cx="1219327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635"/>
            <a:ext cx="12192635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635"/>
            <a:ext cx="12192635" cy="68573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0"/>
            <a:ext cx="12192635" cy="68573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0"/>
            <a:ext cx="12192635" cy="68586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6675" y="0"/>
            <a:ext cx="1225931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635"/>
            <a:ext cx="1228217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635"/>
            <a:ext cx="12191365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0"/>
            <a:ext cx="12192635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635"/>
            <a:ext cx="12192000" cy="68573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0"/>
            <a:ext cx="12193270" cy="68586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635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635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635"/>
            <a:ext cx="12192000" cy="68573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0"/>
            <a:ext cx="12192635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0"/>
            <a:ext cx="12192635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5" y="0"/>
            <a:ext cx="1219073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0"/>
            <a:ext cx="12192635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0"/>
            <a:ext cx="12192635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635"/>
            <a:ext cx="12192000" cy="692912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5" y="635"/>
            <a:ext cx="12324715" cy="68573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5" y="635"/>
            <a:ext cx="1219073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635"/>
            <a:ext cx="12191365" cy="679005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Thanks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5"/>
</p:tagLst>
</file>

<file path=ppt/tags/tag7.xml><?xml version="1.0" encoding="utf-8"?>
<p:tagLst xmlns:p="http://schemas.openxmlformats.org/presentationml/2006/main">
  <p:tag name="KSO_WM_UNIT_TYPE" val="f"/>
  <p:tag name="KSO_WM_UNIT_SUBTYPE" val="c"/>
  <p:tag name="KSO_WM_UNIT_INDEX" val="2"/>
  <p:tag name="KSO_WM_BEAUTIFY_FLAG" val="#wm#"/>
  <p:tag name="KSO_WM_TAG_VERSION" val="3.0"/>
  <p:tag name="KSO_WM_UNIT_PRESET_TEXT" val="日期时间"/>
  <p:tag name="KSO_WM_UNIT_ID" val="_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18"/>
</p:tagLst>
</file>

<file path=ppt/tags/tag8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26"/>
</p:tagLst>
</file>

<file path=ppt/tags/tag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1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2"/>
</p:tagLst>
</file>

<file path=ppt/tags/tag1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编辑母版标题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5"/>
</p:tagLst>
</file>

<file path=ppt/tags/tag21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节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3"/>
</p:tagLst>
</file>

<file path=ppt/tags/tag2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4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82"/>
</p:tagLst>
</file>

<file path=ppt/tags/tag23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160"/>
</p:tagLst>
</file>

<file path=ppt/tags/tag24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160"/>
</p:tagLst>
</file>

<file path=ppt/tags/tag25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29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文本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UNIT_VALUE" val="16"/>
</p:tagLst>
</file>

<file path=ppt/tags/tag30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5"/>
  <p:tag name="KSO_WM_UNIT_VALUE" val="144"/>
</p:tagLst>
</file>

<file path=ppt/tags/tag31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文本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UNIT_VALUE" val="16"/>
</p:tagLst>
</file>

<file path=ppt/tags/tag32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5"/>
  <p:tag name="KSO_WM_UNIT_VALUE" val="144"/>
</p:tagLst>
</file>

<file path=ppt/tags/tag33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37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41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408"/>
</p:tagLst>
</file>

<file path=ppt/tags/tag45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41"/>
</p:tagLst>
</file>

<file path=ppt/tags/tag5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5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4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6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8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编辑母版标题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2"/>
</p:tagLst>
</file>

<file path=ppt/tags/tag61.xml><?xml version="1.0" encoding="utf-8"?>
<p:tagLst xmlns:p="http://schemas.openxmlformats.org/presentationml/2006/main">
  <p:tag name="KSO_WM_UNIT_TYPE" val="f"/>
  <p:tag name="KSO_WM_UNIT_SUBTYPE" val="c"/>
  <p:tag name="KSO_WM_UNIT_INDEX" val="2"/>
  <p:tag name="KSO_WM_BEAUTIFY_FLAG" val="#wm#"/>
  <p:tag name="KSO_WM_TAG_VERSION" val="3.0"/>
  <p:tag name="KSO_WM_UNIT_PRESET_TEXT" val="日期时间"/>
  <p:tag name="KSO_WM_UNIT_ID" val="_1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18"/>
</p:tagLst>
</file>

<file path=ppt/tags/tag62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11"/>
</p:tagLst>
</file>

<file path=ppt/tags/tag6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  <p:tag name="KSO_WM_TEMPLATE_CATEGORY" val="custom"/>
  <p:tag name="KSO_WM_TEMPLATE_INDEX" val="40495022"/>
</p:tagLst>
</file>

<file path=ppt/tags/tag6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  <p:tag name="KSO_WM_TEMPLATE_CATEGORY" val="custom"/>
  <p:tag name="KSO_WM_TEMPLATE_INDEX" val="40495022"/>
</p:tagLst>
</file>

<file path=ppt/tags/tag69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40495022"/>
  <p:tag name="KSO_WM_TEMPLATE_CATEGORY" val="custom"/>
  <p:tag name="KSO_WM_TEMPLATE_MASTER_TYPE" val="0"/>
</p:tagLst>
</file>

<file path=ppt/tags/tag7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71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72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9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0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  <p:tag name="KSO_WM_TEMPLATE_CATEGORY" val="custom"/>
  <p:tag name="KSO_WM_TEMPLATE_INDEX" val="40495022"/>
</p:tagLst>
</file>

<file path=ppt/tags/tag8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  <p:tag name="KSO_WM_TEMPLATE_CATEGORY" val="custom"/>
  <p:tag name="KSO_WM_TEMPLATE_INDEX" val="40495022"/>
</p:tagLst>
</file>

<file path=ppt/tags/tag84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40495022"/>
  <p:tag name="KSO_WM_TEMPLATE_CATEGORY" val="custom"/>
  <p:tag name="KSO_WM_TEMPLATE_MASTER_TYPE" val="0"/>
</p:tagLst>
</file>

<file path=ppt/tags/tag8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40495022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5022"/>
  <p:tag name="KSO_WM_TEMPLATE_CATEGORY" val="custom"/>
  <p:tag name="KSO_WM_UNIT_ISCONTENTSTITLE" val="0"/>
  <p:tag name="KSO_WM_UNIT_PRESET_TEXT" val="单击添加文档标题"/>
  <p:tag name="KSO_WM_UNIT_TEXT_TYPE" val="1"/>
</p:tagLst>
</file>

<file path=ppt/tags/tag86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THUMBS_INDEX" val="1、9"/>
  <p:tag name="KSO_WM_BEAUTIFY_FLAG" val="#wm#"/>
  <p:tag name="KSO_WM_TEMPLATE_INDEX" val="40495022"/>
  <p:tag name="KSO_WM_TEMPLATE_CATEGORY" val="custom"/>
  <p:tag name="KSO_WM_SLIDE_INDEX" val="1"/>
  <p:tag name="KSO_WM_SLIDE_ID" val="custom40495022_1"/>
  <p:tag name="KSO_WM_TEMPLATE_MASTER_TYPE" val="0"/>
  <p:tag name="KSO_WM_SLIDE_LAYOUT" val="a_f"/>
  <p:tag name="KSO_WM_SLIDE_LAYOUT_CNT" val="1_2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764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07647"/>
  <p:tag name="KSO_WM_UNIT_VALUE" val="159"/>
  <p:tag name="KSO_WM_TEMPLATE_ASSEMBLE_XID" val="60656e6f4054ed1e2fb7f89f"/>
  <p:tag name="KSO_WM_TEMPLATE_ASSEMBLE_GROUPID" val="60656e6f4054ed1e2fb7f89f"/>
</p:tagLst>
</file>

<file path=ppt/tags/tag8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7647_1*a*1"/>
  <p:tag name="KSO_WM_TEMPLATE_CATEGORY" val="diagram"/>
  <p:tag name="KSO_WM_TEMPLATE_INDEX" val="2020764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84a7779063794c48a7012a39a45e86d4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c079c758c6944b0d8e73425810d9358b"/>
  <p:tag name="KSO_WM_UNIT_TEXT_FILL_FORE_SCHEMECOLOR_INDEX_BRIGHTNESS" val="0"/>
  <p:tag name="KSO_WM_UNIT_TEXT_FILL_FORE_SCHEMECOLOR_INDEX" val="13"/>
  <p:tag name="KSO_WM_UNIT_TEXT_FILL_TYPE" val="1"/>
  <p:tag name="KSO_WM_TEMPLATE_ASSEMBLE_XID" val="60656e6f4054ed1e2fb7f89f"/>
  <p:tag name="KSO_WM_TEMPLATE_ASSEMBLE_GROUPID" val="60656e6f4054ed1e2fb7f89f"/>
</p:tagLst>
</file>

<file path=ppt/tags/tag89.xml><?xml version="1.0" encoding="utf-8"?>
<p:tagLst xmlns:p="http://schemas.openxmlformats.org/presentationml/2006/main">
  <p:tag name="KSO_WM_UNIT_VALUE" val="1227*2411"/>
  <p:tag name="KSO_WM_UNIT_HIGHLIGHT" val="0"/>
  <p:tag name="KSO_WM_UNIT_COMPATIBLE" val="1"/>
  <p:tag name="KSO_WM_UNIT_DIAGRAM_ISNUMVISUAL" val="0"/>
  <p:tag name="KSO_WM_UNIT_DIAGRAM_ISREFERUNIT" val="0"/>
  <p:tag name="KSO_WM_UNIT_TYPE" val="d"/>
  <p:tag name="KSO_WM_UNIT_INDEX" val="1"/>
  <p:tag name="KSO_WM_UNIT_ID" val="diagram20207647_1*d*1"/>
  <p:tag name="KSO_WM_TEMPLATE_CATEGORY" val="diagram"/>
  <p:tag name="KSO_WM_TEMPLATE_INDEX" val="20207647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1bec515c1e924c118bd6a31f197c843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8ad876c9b5f1486099029231f42aa8e2"/>
  <p:tag name="KSO_WM_UNIT_SUPPORT_UNIT_TYPE" val="[&quot;d&quot;,&quot;l&quot;,&quot;m&quot;,&quot;n&quot;,&quot;o&quot;,&quot;p&quot;,&quot;q&quot;,&quot;r&quot;,&quot;δ&quot;,&quot;ε&quot;,&quot;ζ&quot;,&quot;η&quot;,&quot;β&quot;,&quot;α&quot;,&quot;θ&quot;]"/>
  <p:tag name="KSO_WM_TEMPLATE_ASSEMBLE_XID" val="60656e6f4054ed1e2fb7f89f"/>
  <p:tag name="KSO_WM_TEMPLATE_ASSEMBLE_GROUPID" val="60656e6f4054ed1e2fb7f89f"/>
</p:tagLst>
</file>

<file path=ppt/tags/tag90.xml><?xml version="1.0" encoding="utf-8"?>
<p:tagLst xmlns:p="http://schemas.openxmlformats.org/presentationml/2006/main">
  <p:tag name="KSO_WM_BEAUTIFY_FLAG" val="#wm#"/>
  <p:tag name="KSO_WM_TEMPLATE_CATEGORY" val="diagram"/>
  <p:tag name="KSO_WM_TEMPLATE_INDEX" val="20207647"/>
  <p:tag name="KSO_WM_SLIDE_LAYOUT_INFO" val="{&quot;id&quot;:&quot;2021-04-01T14:58:35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4:58:35&quot;,&quot;margin&quot;:{&quot;bottom&quot;:0.4230000674724579,&quot;left&quot;:1.2699999809265137,&quot;right&quot;:1.2699999809265137,&quot;top&quot;:0.4230000674724579},&quot;type&quot;:0},{&quot;id&quot;:&quot;2021-04-01T14:58:35&quot;,&quot;margin&quot;:{&quot;bottom&quot;:1.6929999589920044,&quot;left&quot;:1.6929999589920044,&quot;right&quot;:1.6929999589920044,&quot;top&quot;:0.847000002861023},&quot;type&quot;:0}],&quot;type&quot;:0}"/>
  <p:tag name="KSO_WM_SLIDE_CAN_ADD_NAVIGATION" val="1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SLIDE_ID" val="diagram2020764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68"/>
  <p:tag name="KSO_WM_SLIDE_POSITION" val="0*0"/>
  <p:tag name="KSO_WM_TAG_VERSION" val="1.0"/>
  <p:tag name="KSO_WM_SLIDE_LAYOUT" val="a_d"/>
  <p:tag name="KSO_WM_SLIDE_LAYOUT_CNT" val="1_1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lm&quot;,&quot;text_direction&quot;:&quot;horizontal&quot;,&quot;support_features&quot;:[&quot;collage&quot;,&quot;carousel&quot;],&quot;support_big_font&quot;:false,&quot;picture_toward&quot;:0,&quot;picture_dockside&quot;:[],&quot;fill_id&quot;:&quot;537f454074a24564a7dd15a2992bf40d&quot;,&quot;fill_align&quot;:&quot;cm&quot;,&quot;chip_types&quot;:[&quot;picture&quot;,&quot;diagram&quot;,&quot;pictext&quot;,&quot;table&quot;,&quot;chart&quot;,&quot;video&quot;,&quot;text&quot;]}]]"/>
  <p:tag name="KSO_WM_CHIP_XID" val="5eeaeb09008addf29f4264c3"/>
  <p:tag name="KSO_WM_CHIP_DECFILLPROP" val="[]"/>
  <p:tag name="KSO_WM_CHIP_GROUPID" val="5eeaeb09008addf29f4264c2"/>
  <p:tag name="KSO_WM_SLIDE_BK_DARK_LIGHT" val="2"/>
  <p:tag name="KSO_WM_SLIDE_BACKGROUND_TYPE" val="navigation"/>
  <p:tag name="KSO_WM_SLIDE_SUPPORT_FEATURE_TYPE" val="3"/>
  <p:tag name="KSO_WM_TEMPLATE_ASSEMBLE_XID" val="60656e6f4054ed1e2fb7f89f"/>
  <p:tag name="KSO_WM_TEMPLATE_ASSEMBLE_GROUPID" val="60656e6f4054ed1e2fb7f89f"/>
</p:tagLst>
</file>

<file path=ppt/tags/tag9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9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93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9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95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96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9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98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99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0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01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02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0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0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05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0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0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08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0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1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11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1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13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14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1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16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17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1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1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20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2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2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23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2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25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26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2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28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29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3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31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32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3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3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35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3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3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38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3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4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41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4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43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44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4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46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47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4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4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50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5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5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53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5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55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56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5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58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59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6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61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62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6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6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65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6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6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68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6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7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71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7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73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74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7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76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77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7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7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80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8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8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83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8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85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86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8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88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89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9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91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92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9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9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95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9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9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98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9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20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201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20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203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204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20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206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207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20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20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210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21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21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213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21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215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216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21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218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219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22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221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222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22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22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225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22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22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228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22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23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231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23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233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234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23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236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237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23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23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240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24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24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243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24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245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246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24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248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249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25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251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252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25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25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255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25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25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258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25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26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261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26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编辑母版标题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2"/>
</p:tagLst>
</file>

<file path=ppt/tags/tag263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heme/theme1.xml><?xml version="1.0" encoding="utf-8"?>
<a:theme xmlns:a="http://schemas.openxmlformats.org/drawingml/2006/main" name="商务风店铺开业活动策划模板">
  <a:themeElements>
    <a:clrScheme name="自定义 424">
      <a:dk1>
        <a:srgbClr val="000000"/>
      </a:dk1>
      <a:lt1>
        <a:srgbClr val="FFFFFF"/>
      </a:lt1>
      <a:dk2>
        <a:srgbClr val="B12109"/>
      </a:dk2>
      <a:lt2>
        <a:srgbClr val="FFF6F3"/>
      </a:lt2>
      <a:accent1>
        <a:srgbClr val="EFAD57"/>
      </a:accent1>
      <a:accent2>
        <a:srgbClr val="EC8A42"/>
      </a:accent2>
      <a:accent3>
        <a:srgbClr val="B9A728"/>
      </a:accent3>
      <a:accent4>
        <a:srgbClr val="97BD65"/>
      </a:accent4>
      <a:accent5>
        <a:srgbClr val="88A8C3"/>
      </a:accent5>
      <a:accent6>
        <a:srgbClr val="3BC99F"/>
      </a:accent6>
      <a:hlink>
        <a:srgbClr val="0563C1"/>
      </a:hlink>
      <a:folHlink>
        <a:srgbClr val="954D72"/>
      </a:folHlink>
    </a:clrScheme>
    <a:fontScheme name="自定义 31">
      <a:majorFont>
        <a:latin typeface="Arial"/>
        <a:ea typeface="汉仪大宋简"/>
        <a:cs typeface=""/>
      </a:majorFont>
      <a:minorFont>
        <a:latin typeface="Arial"/>
        <a:ea typeface="汉仪中宋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商务风店铺开业活动策划模板">
  <a:themeElements>
    <a:clrScheme name="自定义 424">
      <a:dk1>
        <a:srgbClr val="000000"/>
      </a:dk1>
      <a:lt1>
        <a:srgbClr val="FFFFFF"/>
      </a:lt1>
      <a:dk2>
        <a:srgbClr val="B12109"/>
      </a:dk2>
      <a:lt2>
        <a:srgbClr val="FFF6F3"/>
      </a:lt2>
      <a:accent1>
        <a:srgbClr val="EFAD57"/>
      </a:accent1>
      <a:accent2>
        <a:srgbClr val="EC8A42"/>
      </a:accent2>
      <a:accent3>
        <a:srgbClr val="B9A728"/>
      </a:accent3>
      <a:accent4>
        <a:srgbClr val="97BD65"/>
      </a:accent4>
      <a:accent5>
        <a:srgbClr val="88A8C3"/>
      </a:accent5>
      <a:accent6>
        <a:srgbClr val="3BC99F"/>
      </a:accent6>
      <a:hlink>
        <a:srgbClr val="0563C1"/>
      </a:hlink>
      <a:folHlink>
        <a:srgbClr val="954D72"/>
      </a:folHlink>
    </a:clrScheme>
    <a:fontScheme name="自定义 31">
      <a:majorFont>
        <a:latin typeface="Arial"/>
        <a:ea typeface="汉仪大宋简"/>
        <a:cs typeface=""/>
      </a:majorFont>
      <a:minorFont>
        <a:latin typeface="Arial"/>
        <a:ea typeface="汉仪中宋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WPS 演示</Application>
  <PresentationFormat>宽屏</PresentationFormat>
  <Paragraphs>6</Paragraphs>
  <Slides>60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60</vt:i4>
      </vt:variant>
    </vt:vector>
  </HeadingPairs>
  <TitlesOfParts>
    <vt:vector size="70" baseType="lpstr">
      <vt:lpstr>Arial</vt:lpstr>
      <vt:lpstr>宋体</vt:lpstr>
      <vt:lpstr>Wingdings</vt:lpstr>
      <vt:lpstr>汉仪大宋简</vt:lpstr>
      <vt:lpstr>汉仪中宋简</vt:lpstr>
      <vt:lpstr>微软雅黑</vt:lpstr>
      <vt:lpstr>Arial Unicode MS</vt:lpstr>
      <vt:lpstr>Calibri</vt:lpstr>
      <vt:lpstr>商务风店铺开业活动策划模板</vt:lpstr>
      <vt:lpstr>1_商务风店铺开业活动策划模板</vt:lpstr>
      <vt:lpstr>SQL注入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eleven</dc:creator>
  <cp:lastModifiedBy>t***n</cp:lastModifiedBy>
  <cp:revision>7</cp:revision>
  <dcterms:created xsi:type="dcterms:W3CDTF">2023-08-09T12:44:00Z</dcterms:created>
  <dcterms:modified xsi:type="dcterms:W3CDTF">2026-04-08T02:28:12Z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BCCBC5ED5A184E28AAC53788705B5EB1_12</vt:lpwstr>
  </property>
</Properties>
</file>